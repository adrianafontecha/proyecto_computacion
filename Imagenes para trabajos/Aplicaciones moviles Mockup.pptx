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7" autoAdjust="0"/>
    <p:restoredTop sz="94660"/>
  </p:normalViewPr>
  <p:slideViewPr>
    <p:cSldViewPr snapToGrid="0">
      <p:cViewPr varScale="1">
        <p:scale>
          <a:sx n="65" d="100"/>
          <a:sy n="65" d="100"/>
        </p:scale>
        <p:origin x="8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F7862-B9A2-3CA6-291F-B969A2D3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C1F86E-0674-6A34-8449-26DE101A3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EA006B-1086-7FC1-7E42-A7459BD8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02C1FF-3461-CCDD-8884-B22536FF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E6EB-2884-B662-4314-FD387241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890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3F4A1-E276-AC25-5564-0725B124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A4A7ED-6E1B-6E07-D309-83282A358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54B41-B1F7-26CF-2681-92913635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148C02-F7D3-EEBE-DD05-BBC4A298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A2CFDF-9CA5-0A02-2DB0-E947BC8F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367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CBEE3-4C5F-9BB4-8D7B-6100EBEB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DDE22D-3364-83C5-E021-4AD933E7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E5CC2E-0BFB-B990-C842-87D63D56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2F16CB-88AA-1955-4879-B59E27704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FC60AA-C682-1CA7-0868-47E9E8DA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323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38755-5816-2179-EC98-9BB28E73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9A7A81-CB62-2ABB-E4C1-0500AA99D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692BA5-4C34-AF48-8BAC-BE01ACF75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5DD467-25C2-F35A-9046-57D4FDD1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38FDA2-ACE9-D1FE-D61E-92692227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F518FE-6895-2A8F-DCCC-2D75FC28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8542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F094F-AFF9-309E-8982-9D7B4B31F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BDCA7B-54A1-D420-F1E3-67CA68DAD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248FFD-E0D3-9803-E193-E05047E81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6E445C-9584-35A6-DC3E-4BAB6AAB9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36867D-DA17-E9C5-6D2E-A55A68661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DAD7655-4101-DD25-862C-5E1C7D1C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B73D593-5F93-E116-DF05-B3ABFFDA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0F4D1-CF09-7368-4CA4-E393CFE3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023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CCFDD-69AA-0EB5-7FF2-37655802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0F3072-ABD5-1F8C-BA13-967AEC7E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675747-F4ED-C2C9-2885-04E332D85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705FD8-2E58-AF43-4AB0-A31657F6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99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AF84A7-CB10-B7B0-C29E-2BD03B85F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7D0614-EF57-E149-3271-CDCC3527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84A223-F2EE-2626-6659-8C082F07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37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CA5E4-8E1D-6CAC-AC8F-D9DA033E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ACC1C-0F6D-C3CA-AD36-3054D9C3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64A277-2B9C-85C3-B06D-35149BC38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CF7C18-3C7A-2019-5548-67A3E40B2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FD1238-A76A-924C-5C25-D2E571BF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3AED19-3F02-FCDC-34C4-C676DF98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492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AAED2-535C-94FB-E200-1C9FAEDC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1C7E13-8B6F-E838-771C-C989FA30E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945849-4C1E-11F9-3E50-DFB60CC5B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53B0A5-E3E2-1AE6-380C-D5A65F5D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16847C-9745-993B-D716-1DDC0C10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AB8585-839A-E996-9C45-64260816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054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84AF6-053E-D9E9-F21D-24AB0139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D65CFB-D6BF-485A-6C51-95561CAE0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F6FF31-7DEA-AF02-EC32-D49E7ED8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9C007-D9D5-98CE-AAD6-37DB00E7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2DB8C8-CF6D-9C59-EC30-A4DBB805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55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11107C-128C-ADC7-5D75-308AC7136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ECCE49-E935-728A-5DC1-A732289EF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F88993-4A0E-2D3C-C75D-D221790EC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102CE1-B897-494F-DDF2-62B679BA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789A5D-EE41-B1C7-DC3F-E5C15C59C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02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F65146-3DE4-C78D-DAA6-00CADA810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98E10C-F2FF-8147-904E-2C0C0ED37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36D5D8-332F-4ACC-3916-3989735E3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DF467-926B-4399-B777-299FD20DBC01}" type="datetimeFigureOut">
              <a:rPr lang="es-CO" smtClean="0"/>
              <a:t>21/01/2026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C7CD6-4A73-FD52-8D21-CC1C0806B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DAD350-6BC5-2890-8562-C069D50D9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D42632-2779-45CE-9D97-37B2518273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729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fif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jfif"/><Relationship Id="rId12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18" Type="http://schemas.openxmlformats.org/officeDocument/2006/relationships/image" Target="../media/image29.svg"/><Relationship Id="rId26" Type="http://schemas.openxmlformats.org/officeDocument/2006/relationships/image" Target="../media/image36.png"/><Relationship Id="rId3" Type="http://schemas.openxmlformats.org/officeDocument/2006/relationships/image" Target="../media/image13.png"/><Relationship Id="rId21" Type="http://schemas.openxmlformats.org/officeDocument/2006/relationships/image" Target="../media/image7.jfif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8.png"/><Relationship Id="rId25" Type="http://schemas.openxmlformats.org/officeDocument/2006/relationships/image" Target="../media/image35.svg"/><Relationship Id="rId2" Type="http://schemas.openxmlformats.org/officeDocument/2006/relationships/image" Target="../media/image15.jfif"/><Relationship Id="rId16" Type="http://schemas.openxmlformats.org/officeDocument/2006/relationships/image" Target="../media/image27.svg"/><Relationship Id="rId20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24" Type="http://schemas.openxmlformats.org/officeDocument/2006/relationships/image" Target="../media/image34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3.svg"/><Relationship Id="rId10" Type="http://schemas.openxmlformats.org/officeDocument/2006/relationships/image" Target="../media/image21.svg"/><Relationship Id="rId19" Type="http://schemas.openxmlformats.org/officeDocument/2006/relationships/image" Target="../media/image30.png"/><Relationship Id="rId4" Type="http://schemas.openxmlformats.org/officeDocument/2006/relationships/image" Target="../media/image14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Relationship Id="rId22" Type="http://schemas.openxmlformats.org/officeDocument/2006/relationships/image" Target="../media/image32.png"/><Relationship Id="rId27" Type="http://schemas.openxmlformats.org/officeDocument/2006/relationships/image" Target="../media/image3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35.svg"/><Relationship Id="rId2" Type="http://schemas.openxmlformats.org/officeDocument/2006/relationships/image" Target="../media/image38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34.png"/><Relationship Id="rId5" Type="http://schemas.openxmlformats.org/officeDocument/2006/relationships/image" Target="../media/image41.png"/><Relationship Id="rId10" Type="http://schemas.openxmlformats.org/officeDocument/2006/relationships/image" Target="../media/image14.svg"/><Relationship Id="rId4" Type="http://schemas.openxmlformats.org/officeDocument/2006/relationships/image" Target="../media/image40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47.svg"/><Relationship Id="rId4" Type="http://schemas.openxmlformats.org/officeDocument/2006/relationships/image" Target="../media/image14.sv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7655-4C1D-5ACD-AB38-C4EBAAC3E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upo 51">
            <a:extLst>
              <a:ext uri="{FF2B5EF4-FFF2-40B4-BE49-F238E27FC236}">
                <a16:creationId xmlns:a16="http://schemas.microsoft.com/office/drawing/2014/main" id="{8F7DD06C-F8F4-18D8-9559-8080D8DBCA62}"/>
              </a:ext>
            </a:extLst>
          </p:cNvPr>
          <p:cNvGrpSpPr/>
          <p:nvPr/>
        </p:nvGrpSpPr>
        <p:grpSpPr>
          <a:xfrm>
            <a:off x="1444958" y="28644"/>
            <a:ext cx="4063619" cy="6829356"/>
            <a:chOff x="1498911" y="75546"/>
            <a:chExt cx="4063619" cy="6829356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E7FB45DA-1556-C65A-68FA-1245A1FE2E34}"/>
                </a:ext>
              </a:extLst>
            </p:cNvPr>
            <p:cNvSpPr/>
            <p:nvPr/>
          </p:nvSpPr>
          <p:spPr>
            <a:xfrm>
              <a:off x="1498911" y="75546"/>
              <a:ext cx="4063619" cy="6829356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AC02EA9C-3595-CC30-AF6B-C407B2CC2868}"/>
                </a:ext>
              </a:extLst>
            </p:cNvPr>
            <p:cNvGrpSpPr/>
            <p:nvPr/>
          </p:nvGrpSpPr>
          <p:grpSpPr>
            <a:xfrm>
              <a:off x="1498912" y="78879"/>
              <a:ext cx="4055776" cy="6544284"/>
              <a:chOff x="1498912" y="78879"/>
              <a:chExt cx="4055776" cy="6544284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CE765E61-C9B5-F97D-C210-154621BA93E4}"/>
                  </a:ext>
                </a:extLst>
              </p:cNvPr>
              <p:cNvGrpSpPr/>
              <p:nvPr/>
            </p:nvGrpSpPr>
            <p:grpSpPr>
              <a:xfrm>
                <a:off x="1498912" y="78879"/>
                <a:ext cx="4055776" cy="6544284"/>
                <a:chOff x="867053" y="78878"/>
                <a:chExt cx="4014663" cy="6700243"/>
              </a:xfrm>
            </p:grpSpPr>
            <p:grpSp>
              <p:nvGrpSpPr>
                <p:cNvPr id="15" name="Grupo 14">
                  <a:extLst>
                    <a:ext uri="{FF2B5EF4-FFF2-40B4-BE49-F238E27FC236}">
                      <a16:creationId xmlns:a16="http://schemas.microsoft.com/office/drawing/2014/main" id="{8A9052A9-0CB8-6F3D-694B-06B2E9590493}"/>
                    </a:ext>
                  </a:extLst>
                </p:cNvPr>
                <p:cNvGrpSpPr/>
                <p:nvPr/>
              </p:nvGrpSpPr>
              <p:grpSpPr>
                <a:xfrm>
                  <a:off x="867053" y="78878"/>
                  <a:ext cx="4014663" cy="6700243"/>
                  <a:chOff x="867053" y="78878"/>
                  <a:chExt cx="4014663" cy="6700243"/>
                </a:xfrm>
              </p:grpSpPr>
              <p:sp>
                <p:nvSpPr>
                  <p:cNvPr id="4" name="Rectángulo: esquinas redondeadas 3">
                    <a:extLst>
                      <a:ext uri="{FF2B5EF4-FFF2-40B4-BE49-F238E27FC236}">
                        <a16:creationId xmlns:a16="http://schemas.microsoft.com/office/drawing/2014/main" id="{52C19CBF-257D-C6B1-AD2D-24D0FDFA43CF}"/>
                      </a:ext>
                    </a:extLst>
                  </p:cNvPr>
                  <p:cNvSpPr/>
                  <p:nvPr/>
                </p:nvSpPr>
                <p:spPr>
                  <a:xfrm>
                    <a:off x="867053" y="78878"/>
                    <a:ext cx="4014663" cy="6700243"/>
                  </a:xfrm>
                  <a:prstGeom prst="roundRect">
                    <a:avLst/>
                  </a:prstGeom>
                  <a:blipFill dpi="0" rotWithShape="1"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a:blip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10" name="Rectángulo: esquinas redondeadas 9">
                    <a:extLst>
                      <a:ext uri="{FF2B5EF4-FFF2-40B4-BE49-F238E27FC236}">
                        <a16:creationId xmlns:a16="http://schemas.microsoft.com/office/drawing/2014/main" id="{21F83E7F-3398-77DE-2194-3C17D00F9539}"/>
                      </a:ext>
                    </a:extLst>
                  </p:cNvPr>
                  <p:cNvSpPr/>
                  <p:nvPr/>
                </p:nvSpPr>
                <p:spPr>
                  <a:xfrm>
                    <a:off x="1496867" y="2769370"/>
                    <a:ext cx="2668489" cy="468218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8" name="Rectángulo: esquinas redondeadas 7">
                    <a:extLst>
                      <a:ext uri="{FF2B5EF4-FFF2-40B4-BE49-F238E27FC236}">
                        <a16:creationId xmlns:a16="http://schemas.microsoft.com/office/drawing/2014/main" id="{0D7FBE83-7D88-3811-67BE-DF3731ECB9E1}"/>
                      </a:ext>
                    </a:extLst>
                  </p:cNvPr>
                  <p:cNvSpPr/>
                  <p:nvPr/>
                </p:nvSpPr>
                <p:spPr>
                  <a:xfrm>
                    <a:off x="1496867" y="1937827"/>
                    <a:ext cx="2668489" cy="468218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pic>
                <p:nvPicPr>
                  <p:cNvPr id="7" name="Gráfico 6" descr="User con relleno sólido">
                    <a:extLst>
                      <a:ext uri="{FF2B5EF4-FFF2-40B4-BE49-F238E27FC236}">
                        <a16:creationId xmlns:a16="http://schemas.microsoft.com/office/drawing/2014/main" id="{956581DB-2DC1-97D9-79B7-71EF8019E3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96867" y="1859791"/>
                    <a:ext cx="624290" cy="624290"/>
                  </a:xfrm>
                  <a:prstGeom prst="rect">
                    <a:avLst/>
                  </a:prstGeom>
                </p:spPr>
              </p:pic>
              <p:sp>
                <p:nvSpPr>
                  <p:cNvPr id="12" name="Rectángulo: esquinas redondeadas 11">
                    <a:extLst>
                      <a:ext uri="{FF2B5EF4-FFF2-40B4-BE49-F238E27FC236}">
                        <a16:creationId xmlns:a16="http://schemas.microsoft.com/office/drawing/2014/main" id="{50228500-20D7-560A-8B44-EBBEEF7717BC}"/>
                      </a:ext>
                    </a:extLst>
                  </p:cNvPr>
                  <p:cNvSpPr/>
                  <p:nvPr/>
                </p:nvSpPr>
                <p:spPr>
                  <a:xfrm>
                    <a:off x="2239141" y="3624527"/>
                    <a:ext cx="1611550" cy="353962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/>
                      <a:t>Ingresar</a:t>
                    </a:r>
                    <a:endParaRPr lang="es-CO" dirty="0"/>
                  </a:p>
                </p:txBody>
              </p:sp>
              <p:sp>
                <p:nvSpPr>
                  <p:cNvPr id="13" name="Rectángulo: esquinas redondeadas 12">
                    <a:extLst>
                      <a:ext uri="{FF2B5EF4-FFF2-40B4-BE49-F238E27FC236}">
                        <a16:creationId xmlns:a16="http://schemas.microsoft.com/office/drawing/2014/main" id="{5E703065-4DBA-4C65-3396-7D1759D8518A}"/>
                      </a:ext>
                    </a:extLst>
                  </p:cNvPr>
                  <p:cNvSpPr/>
                  <p:nvPr/>
                </p:nvSpPr>
                <p:spPr>
                  <a:xfrm>
                    <a:off x="2239141" y="4575923"/>
                    <a:ext cx="1611550" cy="353962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/>
                      <a:t>Cancelar</a:t>
                    </a:r>
                    <a:endParaRPr lang="es-CO" dirty="0"/>
                  </a:p>
                </p:txBody>
              </p:sp>
              <p:pic>
                <p:nvPicPr>
                  <p:cNvPr id="3" name="Gráfico 2" descr="Key con relleno sólido">
                    <a:extLst>
                      <a:ext uri="{FF2B5EF4-FFF2-40B4-BE49-F238E27FC236}">
                        <a16:creationId xmlns:a16="http://schemas.microsoft.com/office/drawing/2014/main" id="{2D7B921A-4F39-3C56-23A6-EFF8DAF00A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574190" y="2714632"/>
                    <a:ext cx="622800" cy="6228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8A03345B-F0E6-4E82-085C-F0FE52783388}"/>
                    </a:ext>
                  </a:extLst>
                </p:cNvPr>
                <p:cNvSpPr/>
                <p:nvPr/>
              </p:nvSpPr>
              <p:spPr>
                <a:xfrm>
                  <a:off x="1134755" y="872174"/>
                  <a:ext cx="3663422" cy="529421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prstTxWarp prst="textArchUp">
                    <a:avLst>
                      <a:gd name="adj" fmla="val 11465033"/>
                    </a:avLst>
                  </a:prstTxWarp>
                  <a:spAutoFit/>
                </a:bodyPr>
                <a:lstStyle/>
                <a:p>
                  <a:pPr algn="ctr"/>
                  <a:r>
                    <a:rPr lang="es-MX" sz="2400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</a:rPr>
                    <a:t>Papelería Mi Primer cuaderno</a:t>
                  </a:r>
                </a:p>
              </p:txBody>
            </p:sp>
          </p:grpSp>
          <p:sp>
            <p:nvSpPr>
              <p:cNvPr id="47" name="Elipse 46">
                <a:extLst>
                  <a:ext uri="{FF2B5EF4-FFF2-40B4-BE49-F238E27FC236}">
                    <a16:creationId xmlns:a16="http://schemas.microsoft.com/office/drawing/2014/main" id="{9DC4A4E8-D983-5548-CDED-20539D76BA37}"/>
                  </a:ext>
                </a:extLst>
              </p:cNvPr>
              <p:cNvSpPr/>
              <p:nvPr/>
            </p:nvSpPr>
            <p:spPr>
              <a:xfrm>
                <a:off x="3347882" y="149285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58540A04-9BBF-4425-0661-4F28ECFC9FF7}"/>
              </a:ext>
            </a:extLst>
          </p:cNvPr>
          <p:cNvGrpSpPr/>
          <p:nvPr/>
        </p:nvGrpSpPr>
        <p:grpSpPr>
          <a:xfrm>
            <a:off x="6753247" y="43219"/>
            <a:ext cx="4352288" cy="6814782"/>
            <a:chOff x="6484083" y="156858"/>
            <a:chExt cx="3941830" cy="6701142"/>
          </a:xfrm>
        </p:grpSpPr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7BED0FA1-DC5D-3726-915B-C2EB7D7D5FB2}"/>
                </a:ext>
              </a:extLst>
            </p:cNvPr>
            <p:cNvSpPr/>
            <p:nvPr/>
          </p:nvSpPr>
          <p:spPr>
            <a:xfrm>
              <a:off x="6491925" y="156858"/>
              <a:ext cx="3933988" cy="6701142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FFA7B111-C493-E0C2-721F-312CA5B5E4EB}"/>
                </a:ext>
              </a:extLst>
            </p:cNvPr>
            <p:cNvGrpSpPr/>
            <p:nvPr/>
          </p:nvGrpSpPr>
          <p:grpSpPr>
            <a:xfrm>
              <a:off x="6484083" y="156859"/>
              <a:ext cx="3941189" cy="6444520"/>
              <a:chOff x="6464647" y="234838"/>
              <a:chExt cx="3941189" cy="6444520"/>
            </a:xfrm>
          </p:grpSpPr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DB3E4013-024B-98DD-E32A-2BEC87B2DA7F}"/>
                  </a:ext>
                </a:extLst>
              </p:cNvPr>
              <p:cNvGrpSpPr/>
              <p:nvPr/>
            </p:nvGrpSpPr>
            <p:grpSpPr>
              <a:xfrm>
                <a:off x="6464647" y="234838"/>
                <a:ext cx="3941189" cy="6444520"/>
                <a:chOff x="6149040" y="82803"/>
                <a:chExt cx="4022012" cy="6759180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70AE63D5-581F-4676-2D16-11FD17F769B7}"/>
                    </a:ext>
                  </a:extLst>
                </p:cNvPr>
                <p:cNvGrpSpPr/>
                <p:nvPr/>
              </p:nvGrpSpPr>
              <p:grpSpPr>
                <a:xfrm>
                  <a:off x="6149040" y="82803"/>
                  <a:ext cx="4022012" cy="6759180"/>
                  <a:chOff x="6149040" y="82803"/>
                  <a:chExt cx="4022012" cy="6759180"/>
                </a:xfrm>
              </p:grpSpPr>
              <p:grpSp>
                <p:nvGrpSpPr>
                  <p:cNvPr id="19" name="Grupo 18">
                    <a:extLst>
                      <a:ext uri="{FF2B5EF4-FFF2-40B4-BE49-F238E27FC236}">
                        <a16:creationId xmlns:a16="http://schemas.microsoft.com/office/drawing/2014/main" id="{F997AF26-7AA7-A34C-202E-1746D7F279FA}"/>
                      </a:ext>
                    </a:extLst>
                  </p:cNvPr>
                  <p:cNvGrpSpPr/>
                  <p:nvPr/>
                </p:nvGrpSpPr>
                <p:grpSpPr>
                  <a:xfrm>
                    <a:off x="6149040" y="82803"/>
                    <a:ext cx="4022012" cy="6759180"/>
                    <a:chOff x="6346105" y="78880"/>
                    <a:chExt cx="4022012" cy="6759180"/>
                  </a:xfrm>
                </p:grpSpPr>
                <p:sp>
                  <p:nvSpPr>
                    <p:cNvPr id="5" name="Rectángulo: esquinas redondeadas 4">
                      <a:extLst>
                        <a:ext uri="{FF2B5EF4-FFF2-40B4-BE49-F238E27FC236}">
                          <a16:creationId xmlns:a16="http://schemas.microsoft.com/office/drawing/2014/main" id="{81082EDE-F981-0036-7683-B4505409B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46105" y="78880"/>
                      <a:ext cx="4022012" cy="6759180"/>
                    </a:xfrm>
                    <a:prstGeom prst="roundRect">
                      <a:avLst/>
                    </a:prstGeom>
                    <a:blipFill dpi="0" rotWithShape="1"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endParaRPr lang="es-CO" dirty="0"/>
                    </a:p>
                  </p:txBody>
                </p:sp>
                <p:sp>
                  <p:nvSpPr>
                    <p:cNvPr id="18" name="Rectángulo 17">
                      <a:extLst>
                        <a:ext uri="{FF2B5EF4-FFF2-40B4-BE49-F238E27FC236}">
                          <a16:creationId xmlns:a16="http://schemas.microsoft.com/office/drawing/2014/main" id="{C4F4670D-5FB6-F8FE-6F77-D8BC28E01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7061" y="590624"/>
                      <a:ext cx="2442634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400" b="1" dirty="0">
                          <a:ln w="10160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22860" dir="5400000" algn="tl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Hola Usuario </a:t>
                      </a:r>
                      <a:r>
                        <a:rPr lang="es-MX" sz="2400" b="1" dirty="0" err="1">
                          <a:ln w="10160">
                            <a:solidFill>
                              <a:schemeClr val="bg1"/>
                            </a:solidFill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22860" dir="5400000" algn="tl" rotWithShape="0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Admin</a:t>
                      </a:r>
                      <a:endParaRPr lang="es-MX" sz="2400" b="1" dirty="0">
                        <a:ln w="10160">
                          <a:solidFill>
                            <a:schemeClr val="bg1"/>
                          </a:solidFill>
                          <a:prstDash val="solid"/>
                        </a:ln>
                        <a:solidFill>
                          <a:schemeClr val="bg1"/>
                        </a:solidFill>
                        <a:effectLst>
                          <a:outerShdw blurRad="38100" dist="22860" dir="54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</a:endParaRPr>
                    </a:p>
                  </p:txBody>
                </p:sp>
              </p:grpSp>
              <p:grpSp>
                <p:nvGrpSpPr>
                  <p:cNvPr id="33" name="Grupo 32">
                    <a:extLst>
                      <a:ext uri="{FF2B5EF4-FFF2-40B4-BE49-F238E27FC236}">
                        <a16:creationId xmlns:a16="http://schemas.microsoft.com/office/drawing/2014/main" id="{DD570E05-2EC3-DA77-C030-107A82E5C36F}"/>
                      </a:ext>
                    </a:extLst>
                  </p:cNvPr>
                  <p:cNvGrpSpPr/>
                  <p:nvPr/>
                </p:nvGrpSpPr>
                <p:grpSpPr>
                  <a:xfrm>
                    <a:off x="7054373" y="2312855"/>
                    <a:ext cx="2623599" cy="985661"/>
                    <a:chOff x="7054373" y="2312855"/>
                    <a:chExt cx="2623599" cy="985661"/>
                  </a:xfrm>
                </p:grpSpPr>
                <p:grpSp>
                  <p:nvGrpSpPr>
                    <p:cNvPr id="29" name="Grupo 28">
                      <a:extLst>
                        <a:ext uri="{FF2B5EF4-FFF2-40B4-BE49-F238E27FC236}">
                          <a16:creationId xmlns:a16="http://schemas.microsoft.com/office/drawing/2014/main" id="{25DF1F11-1828-0DA6-55C8-7D19B599BA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54373" y="2312855"/>
                      <a:ext cx="2561576" cy="775441"/>
                      <a:chOff x="7054373" y="2312855"/>
                      <a:chExt cx="2561576" cy="775441"/>
                    </a:xfrm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grpSpPr>
                  <p:sp>
                    <p:nvSpPr>
                      <p:cNvPr id="26" name="Rectángulo: esquinas redondeadas 25">
                        <a:extLst>
                          <a:ext uri="{FF2B5EF4-FFF2-40B4-BE49-F238E27FC236}">
                            <a16:creationId xmlns:a16="http://schemas.microsoft.com/office/drawing/2014/main" id="{71547AD2-D3CF-5945-E069-B0816A31F0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54373" y="2312855"/>
                        <a:ext cx="2561576" cy="775441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</a:t>
                        </a:r>
                        <a:endParaRPr lang="es-CO" dirty="0"/>
                      </a:p>
                    </p:txBody>
                  </p:sp>
                  <p:pic>
                    <p:nvPicPr>
                      <p:cNvPr id="25" name="Gráfico 24" descr="User con relleno sólido">
                        <a:extLst>
                          <a:ext uri="{FF2B5EF4-FFF2-40B4-BE49-F238E27FC236}">
                            <a16:creationId xmlns:a16="http://schemas.microsoft.com/office/drawing/2014/main" id="{AC9874A0-43F2-C204-AB51-7AD4D04DAD4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054373" y="2312855"/>
                        <a:ext cx="701189" cy="775441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1" name="Rectángulo 30">
                      <a:extLst>
                        <a:ext uri="{FF2B5EF4-FFF2-40B4-BE49-F238E27FC236}">
                          <a16:creationId xmlns:a16="http://schemas.microsoft.com/office/drawing/2014/main" id="{F0ABA94C-D9EC-2AE3-68D6-1721B24FDA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43379" y="2344409"/>
                      <a:ext cx="2134593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800" dirty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Crear usuario</a:t>
                      </a:r>
                    </a:p>
                  </p:txBody>
                </p:sp>
              </p:grpSp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F086BD3D-61E7-F95C-7A39-673C21618FD3}"/>
                      </a:ext>
                    </a:extLst>
                  </p:cNvPr>
                  <p:cNvGrpSpPr/>
                  <p:nvPr/>
                </p:nvGrpSpPr>
                <p:grpSpPr>
                  <a:xfrm>
                    <a:off x="7079996" y="3280727"/>
                    <a:ext cx="2663091" cy="954107"/>
                    <a:chOff x="7079996" y="3280727"/>
                    <a:chExt cx="2663091" cy="954107"/>
                  </a:xfrm>
                </p:grpSpPr>
                <p:grpSp>
                  <p:nvGrpSpPr>
                    <p:cNvPr id="30" name="Grupo 29">
                      <a:extLst>
                        <a:ext uri="{FF2B5EF4-FFF2-40B4-BE49-F238E27FC236}">
                          <a16:creationId xmlns:a16="http://schemas.microsoft.com/office/drawing/2014/main" id="{51D2C96A-3559-4289-6551-80EA41151D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79996" y="3381984"/>
                      <a:ext cx="2561576" cy="775441"/>
                      <a:chOff x="7175914" y="3696649"/>
                      <a:chExt cx="2561576" cy="775441"/>
                    </a:xfrm>
                    <a:blipFill dpi="0" rotWithShape="1"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grpSpPr>
                  <p:sp>
                    <p:nvSpPr>
                      <p:cNvPr id="28" name="Rectángulo: esquinas redondeadas 27">
                        <a:extLst>
                          <a:ext uri="{FF2B5EF4-FFF2-40B4-BE49-F238E27FC236}">
                            <a16:creationId xmlns:a16="http://schemas.microsoft.com/office/drawing/2014/main" id="{9151D098-D32C-51C4-0BF7-A610326BB3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75914" y="3696649"/>
                        <a:ext cx="2561576" cy="775441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      </a:t>
                        </a:r>
                        <a:endParaRPr lang="es-CO" dirty="0"/>
                      </a:p>
                    </p:txBody>
                  </p:sp>
                  <p:pic>
                    <p:nvPicPr>
                      <p:cNvPr id="21" name="Gráfico 20" descr="Balloons con relleno sólido">
                        <a:extLst>
                          <a:ext uri="{FF2B5EF4-FFF2-40B4-BE49-F238E27FC236}">
                            <a16:creationId xmlns:a16="http://schemas.microsoft.com/office/drawing/2014/main" id="{3A93083B-67C6-740E-FDC5-46080F9594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175914" y="3739504"/>
                        <a:ext cx="702000" cy="702000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32" name="Rectángulo 31">
                      <a:extLst>
                        <a:ext uri="{FF2B5EF4-FFF2-40B4-BE49-F238E27FC236}">
                          <a16:creationId xmlns:a16="http://schemas.microsoft.com/office/drawing/2014/main" id="{EC40E437-C426-B2A2-523C-6DD6EAAC32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8494" y="3280727"/>
                      <a:ext cx="2134593" cy="9541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2800" dirty="0">
                          <a:ln w="0"/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Crear Elemento</a:t>
                      </a:r>
                    </a:p>
                  </p:txBody>
                </p:sp>
              </p:grpSp>
              <p:grpSp>
                <p:nvGrpSpPr>
                  <p:cNvPr id="39" name="Grupo 38">
                    <a:extLst>
                      <a:ext uri="{FF2B5EF4-FFF2-40B4-BE49-F238E27FC236}">
                        <a16:creationId xmlns:a16="http://schemas.microsoft.com/office/drawing/2014/main" id="{4542209A-DB1B-33AE-69E7-272226E60593}"/>
                      </a:ext>
                    </a:extLst>
                  </p:cNvPr>
                  <p:cNvGrpSpPr/>
                  <p:nvPr/>
                </p:nvGrpSpPr>
                <p:grpSpPr>
                  <a:xfrm>
                    <a:off x="7079996" y="4487479"/>
                    <a:ext cx="2765202" cy="954107"/>
                    <a:chOff x="7079996" y="4487479"/>
                    <a:chExt cx="2765202" cy="954107"/>
                  </a:xfrm>
                </p:grpSpPr>
                <p:grpSp>
                  <p:nvGrpSpPr>
                    <p:cNvPr id="34" name="Grupo 33">
                      <a:extLst>
                        <a:ext uri="{FF2B5EF4-FFF2-40B4-BE49-F238E27FC236}">
                          <a16:creationId xmlns:a16="http://schemas.microsoft.com/office/drawing/2014/main" id="{DFC8D192-5E41-2CFF-3812-BA780F03D1A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79996" y="4487479"/>
                      <a:ext cx="2765202" cy="954107"/>
                      <a:chOff x="3594942" y="5142791"/>
                      <a:chExt cx="2765202" cy="954107"/>
                    </a:xfrm>
                  </p:grpSpPr>
                  <p:sp>
                    <p:nvSpPr>
                      <p:cNvPr id="37" name="Rectángulo: esquinas redondeadas 36">
                        <a:extLst>
                          <a:ext uri="{FF2B5EF4-FFF2-40B4-BE49-F238E27FC236}">
                            <a16:creationId xmlns:a16="http://schemas.microsoft.com/office/drawing/2014/main" id="{3FEF64FB-368B-AEF0-B244-279FD5B47E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94942" y="5202143"/>
                        <a:ext cx="2561576" cy="894755"/>
                      </a:xfrm>
                      <a:prstGeom prst="round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/>
                          <a:t> </a:t>
                        </a:r>
                        <a:endParaRPr lang="es-CO" dirty="0"/>
                      </a:p>
                    </p:txBody>
                  </p:sp>
                  <p:sp>
                    <p:nvSpPr>
                      <p:cNvPr id="36" name="Rectángulo 35">
                        <a:extLst>
                          <a:ext uri="{FF2B5EF4-FFF2-40B4-BE49-F238E27FC236}">
                            <a16:creationId xmlns:a16="http://schemas.microsoft.com/office/drawing/2014/main" id="{01A8D389-45B8-98BF-D325-F8CC4AE79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25551" y="5142791"/>
                        <a:ext cx="2134593" cy="95410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91440" tIns="45720" rIns="91440" bIns="45720">
                        <a:spAutoFit/>
                      </a:bodyPr>
                      <a:lstStyle/>
                      <a:p>
                        <a:pPr algn="ctr"/>
                        <a:r>
                          <a:rPr lang="es-MX" sz="2800" dirty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a:t>Consultar Stock</a:t>
                        </a:r>
                      </a:p>
                    </p:txBody>
                  </p:sp>
                </p:grpSp>
                <p:pic>
                  <p:nvPicPr>
                    <p:cNvPr id="23" name="Gráfico 22" descr="Blackboard con relleno sólido">
                      <a:extLst>
                        <a:ext uri="{FF2B5EF4-FFF2-40B4-BE49-F238E27FC236}">
                          <a16:creationId xmlns:a16="http://schemas.microsoft.com/office/drawing/2014/main" id="{8DBAABD3-1941-F6BB-659C-E2BD497198C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137730" y="4536586"/>
                      <a:ext cx="855895" cy="855895"/>
                    </a:xfrm>
                    <a:prstGeom prst="rect">
                      <a:avLst/>
                    </a:prstGeom>
                  </p:spPr>
                </p:pic>
              </p:grpSp>
            </p:grpSp>
            <p:pic>
              <p:nvPicPr>
                <p:cNvPr id="43" name="Gráfico 42" descr="Arrow: Horizontal U-turn con relleno sólido">
                  <a:extLst>
                    <a:ext uri="{FF2B5EF4-FFF2-40B4-BE49-F238E27FC236}">
                      <a16:creationId xmlns:a16="http://schemas.microsoft.com/office/drawing/2014/main" id="{FFB8D170-5205-BE44-320E-472A5EB039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3625" y="5618025"/>
                  <a:ext cx="1253613" cy="757528"/>
                </a:xfrm>
                <a:prstGeom prst="rect">
                  <a:avLst/>
                </a:prstGeom>
              </p:spPr>
            </p:pic>
          </p:grpSp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E59CAF8C-6DFB-10F7-16F3-FB43D2B81637}"/>
                  </a:ext>
                </a:extLst>
              </p:cNvPr>
              <p:cNvSpPr/>
              <p:nvPr/>
            </p:nvSpPr>
            <p:spPr>
              <a:xfrm>
                <a:off x="8409343" y="272352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2471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upo 74">
            <a:extLst>
              <a:ext uri="{FF2B5EF4-FFF2-40B4-BE49-F238E27FC236}">
                <a16:creationId xmlns:a16="http://schemas.microsoft.com/office/drawing/2014/main" id="{F2B41554-49E9-C5BA-28B7-C7E604CC5EEA}"/>
              </a:ext>
            </a:extLst>
          </p:cNvPr>
          <p:cNvGrpSpPr/>
          <p:nvPr/>
        </p:nvGrpSpPr>
        <p:grpSpPr>
          <a:xfrm>
            <a:off x="924933" y="74099"/>
            <a:ext cx="4088404" cy="6916636"/>
            <a:chOff x="924933" y="74099"/>
            <a:chExt cx="4088404" cy="6916636"/>
          </a:xfrm>
        </p:grpSpPr>
        <p:sp>
          <p:nvSpPr>
            <p:cNvPr id="73" name="Rectángulo: esquinas redondeadas 72">
              <a:extLst>
                <a:ext uri="{FF2B5EF4-FFF2-40B4-BE49-F238E27FC236}">
                  <a16:creationId xmlns:a16="http://schemas.microsoft.com/office/drawing/2014/main" id="{AC35D237-60AB-C60C-B5C7-50912196A1AC}"/>
                </a:ext>
              </a:extLst>
            </p:cNvPr>
            <p:cNvSpPr/>
            <p:nvPr/>
          </p:nvSpPr>
          <p:spPr>
            <a:xfrm>
              <a:off x="998674" y="86506"/>
              <a:ext cx="4014663" cy="690422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5D2E5F82-B8ED-3138-4AC9-6EC9B6B64032}"/>
                </a:ext>
              </a:extLst>
            </p:cNvPr>
            <p:cNvGrpSpPr/>
            <p:nvPr/>
          </p:nvGrpSpPr>
          <p:grpSpPr>
            <a:xfrm>
              <a:off x="924933" y="74099"/>
              <a:ext cx="4088404" cy="6700242"/>
              <a:chOff x="924933" y="74099"/>
              <a:chExt cx="4088404" cy="6700242"/>
            </a:xfrm>
          </p:grpSpPr>
          <p:grpSp>
            <p:nvGrpSpPr>
              <p:cNvPr id="40" name="Grupo 39">
                <a:extLst>
                  <a:ext uri="{FF2B5EF4-FFF2-40B4-BE49-F238E27FC236}">
                    <a16:creationId xmlns:a16="http://schemas.microsoft.com/office/drawing/2014/main" id="{1076085F-8357-F7CF-25EA-7549422FF4B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924933" y="74099"/>
                <a:ext cx="4088404" cy="6700242"/>
                <a:chOff x="965554" y="74099"/>
                <a:chExt cx="4088404" cy="6700242"/>
              </a:xfrm>
            </p:grpSpPr>
            <p:grpSp>
              <p:nvGrpSpPr>
                <p:cNvPr id="38" name="Grupo 37">
                  <a:extLst>
                    <a:ext uri="{FF2B5EF4-FFF2-40B4-BE49-F238E27FC236}">
                      <a16:creationId xmlns:a16="http://schemas.microsoft.com/office/drawing/2014/main" id="{81E6E8B0-E4A1-27BA-F1EE-1FFFE7E7E5F0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965554" y="74099"/>
                  <a:ext cx="4088404" cy="6700242"/>
                  <a:chOff x="881800" y="78879"/>
                  <a:chExt cx="4088404" cy="6700242"/>
                </a:xfrm>
              </p:grpSpPr>
              <p:grpSp>
                <p:nvGrpSpPr>
                  <p:cNvPr id="10" name="Grupo 9">
                    <a:extLst>
                      <a:ext uri="{FF2B5EF4-FFF2-40B4-BE49-F238E27FC236}">
                        <a16:creationId xmlns:a16="http://schemas.microsoft.com/office/drawing/2014/main" id="{494C0454-B193-D0E6-E73E-C0815BE78AC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881800" y="78879"/>
                    <a:ext cx="4088404" cy="6700242"/>
                    <a:chOff x="852304" y="0"/>
                    <a:chExt cx="4088404" cy="6700242"/>
                  </a:xfrm>
                </p:grpSpPr>
                <p:sp>
                  <p:nvSpPr>
                    <p:cNvPr id="8" name="Rectángulo: esquinas redondeadas 7">
                      <a:extLst>
                        <a:ext uri="{FF2B5EF4-FFF2-40B4-BE49-F238E27FC236}">
                          <a16:creationId xmlns:a16="http://schemas.microsoft.com/office/drawing/2014/main" id="{3076853C-09A4-D6B9-7133-59A07F35E8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26045" y="0"/>
                      <a:ext cx="4014663" cy="6700242"/>
                    </a:xfrm>
                    <a:prstGeom prst="roundRect">
                      <a:avLst/>
                    </a:prstGeom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endParaRPr lang="es-CO" dirty="0"/>
                    </a:p>
                  </p:txBody>
                </p:sp>
                <p:sp>
                  <p:nvSpPr>
                    <p:cNvPr id="9" name="Rectángulo 8">
                      <a:extLst>
                        <a:ext uri="{FF2B5EF4-FFF2-40B4-BE49-F238E27FC236}">
                          <a16:creationId xmlns:a16="http://schemas.microsoft.com/office/drawing/2014/main" id="{66964E5D-2FFC-32FF-297C-20DE94B69F1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852304" y="346348"/>
                      <a:ext cx="4014664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91440" tIns="45720" rIns="91440" bIns="45720">
                      <a:spAutoFit/>
                    </a:bodyPr>
                    <a:lstStyle/>
                    <a:p>
                      <a:pPr algn="ctr"/>
                      <a:r>
                        <a:rPr lang="es-MX" sz="4000" dirty="0">
                          <a:ln w="0"/>
                          <a:solidFill>
                            <a:schemeClr val="bg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Crea el usuario</a:t>
                      </a:r>
                      <a:endParaRPr lang="es-MX" sz="4000" b="0" cap="none" spc="0" dirty="0">
                        <a:ln w="0"/>
                        <a:solidFill>
                          <a:schemeClr val="bg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p:txBody>
                </p:sp>
              </p:grpSp>
              <p:pic>
                <p:nvPicPr>
                  <p:cNvPr id="31" name="Gráfico 30" descr="Arrow: Horizontal U-turn con relleno sólido">
                    <a:extLst>
                      <a:ext uri="{FF2B5EF4-FFF2-40B4-BE49-F238E27FC236}">
                        <a16:creationId xmlns:a16="http://schemas.microsoft.com/office/drawing/2014/main" id="{D27AC23D-25B1-8841-44F2-70DDF06361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421626" y="5713377"/>
                    <a:ext cx="1062788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áfico 32" descr="Disk con relleno sólido">
                    <a:extLst>
                      <a:ext uri="{FF2B5EF4-FFF2-40B4-BE49-F238E27FC236}">
                        <a16:creationId xmlns:a16="http://schemas.microsoft.com/office/drawing/2014/main" id="{8E2B73B2-8BC5-527C-ABB7-854A54E0E7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30039" y="4680378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5" name="Gráfico 34" descr="GMO con relleno sólido">
                    <a:extLst>
                      <a:ext uri="{FF2B5EF4-FFF2-40B4-BE49-F238E27FC236}">
                        <a16:creationId xmlns:a16="http://schemas.microsoft.com/office/drawing/2014/main" id="{FD052266-4279-931E-8CA6-6BF1C453FA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655580" y="464763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áfico 36" descr="Follow con relleno sólido">
                    <a:extLst>
                      <a:ext uri="{FF2B5EF4-FFF2-40B4-BE49-F238E27FC236}">
                        <a16:creationId xmlns:a16="http://schemas.microsoft.com/office/drawing/2014/main" id="{12723959-63DA-7ABC-3574-6A6D8E3AF6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07606" y="4680378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B7221F30-E001-4713-BC61-E59A66F1B605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191" y="1091016"/>
                  <a:ext cx="3112857" cy="875013"/>
                  <a:chOff x="6365394" y="3077729"/>
                  <a:chExt cx="3157018" cy="914400"/>
                </a:xfrm>
              </p:grpSpPr>
              <p:sp>
                <p:nvSpPr>
                  <p:cNvPr id="22" name="Rectángulo: esquinas redondeadas 21">
                    <a:extLst>
                      <a:ext uri="{FF2B5EF4-FFF2-40B4-BE49-F238E27FC236}">
                        <a16:creationId xmlns:a16="http://schemas.microsoft.com/office/drawing/2014/main" id="{37ED55FD-423F-6952-FAD8-FC97BFC17A4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65394" y="3228964"/>
                    <a:ext cx="3157018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    # Documento</a:t>
                    </a:r>
                    <a:endParaRPr lang="es-CO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16" name="Gráfico 15" descr="Employee badge con relleno sólido">
                    <a:extLst>
                      <a:ext uri="{FF2B5EF4-FFF2-40B4-BE49-F238E27FC236}">
                        <a16:creationId xmlns:a16="http://schemas.microsoft.com/office/drawing/2014/main" id="{5A683A81-39CA-CE2F-9F11-4068B22A99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463745" y="3077729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" name="Grupo 24">
                  <a:extLst>
                    <a:ext uri="{FF2B5EF4-FFF2-40B4-BE49-F238E27FC236}">
                      <a16:creationId xmlns:a16="http://schemas.microsoft.com/office/drawing/2014/main" id="{C3B26144-9D91-3E88-FBC5-ED2176984C52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402981" y="1984362"/>
                  <a:ext cx="3072576" cy="691309"/>
                  <a:chOff x="7847451" y="3264580"/>
                  <a:chExt cx="3072576" cy="691309"/>
                </a:xfrm>
              </p:grpSpPr>
              <p:sp>
                <p:nvSpPr>
                  <p:cNvPr id="21" name="Rectángulo: esquinas redondeadas 20">
                    <a:extLst>
                      <a:ext uri="{FF2B5EF4-FFF2-40B4-BE49-F238E27FC236}">
                        <a16:creationId xmlns:a16="http://schemas.microsoft.com/office/drawing/2014/main" id="{51833F0E-7171-975F-89B9-EDB45E58DF1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847451" y="3264580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Nombre completo</a:t>
                    </a:r>
                    <a:endParaRPr lang="es-CO" dirty="0"/>
                  </a:p>
                </p:txBody>
              </p:sp>
              <p:pic>
                <p:nvPicPr>
                  <p:cNvPr id="18" name="Gráfico 17" descr="Quill con relleno sólido">
                    <a:extLst>
                      <a:ext uri="{FF2B5EF4-FFF2-40B4-BE49-F238E27FC236}">
                        <a16:creationId xmlns:a16="http://schemas.microsoft.com/office/drawing/2014/main" id="{E79E704A-E579-DF76-5B8D-F590A841DB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892597" y="3264580"/>
                    <a:ext cx="683130" cy="68313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4430720-DD89-4504-469B-FFF6844F1A74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402981" y="2817133"/>
                  <a:ext cx="3072576" cy="691309"/>
                  <a:chOff x="8240085" y="3226669"/>
                  <a:chExt cx="3072576" cy="691309"/>
                </a:xfrm>
              </p:grpSpPr>
              <p:sp>
                <p:nvSpPr>
                  <p:cNvPr id="20" name="Rectángulo: esquinas redondeadas 19">
                    <a:extLst>
                      <a:ext uri="{FF2B5EF4-FFF2-40B4-BE49-F238E27FC236}">
                        <a16:creationId xmlns:a16="http://schemas.microsoft.com/office/drawing/2014/main" id="{5A780BD1-1DEA-EBA5-9F3D-EE8F2600013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240085" y="3226669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# Celular</a:t>
                    </a:r>
                    <a:endParaRPr lang="es-CO" dirty="0"/>
                  </a:p>
                </p:txBody>
              </p:sp>
              <p:pic>
                <p:nvPicPr>
                  <p:cNvPr id="12" name="Gráfico 11" descr="Smart Phone con relleno sólido">
                    <a:extLst>
                      <a:ext uri="{FF2B5EF4-FFF2-40B4-BE49-F238E27FC236}">
                        <a16:creationId xmlns:a16="http://schemas.microsoft.com/office/drawing/2014/main" id="{A3762F64-536A-BEC0-FA72-FA6E1A4195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40085" y="3298483"/>
                    <a:ext cx="547680" cy="54768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620CBF91-920D-68F2-DC91-82C5D028859A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1384190" y="3699516"/>
                  <a:ext cx="3072576" cy="691309"/>
                  <a:chOff x="7985779" y="1536705"/>
                  <a:chExt cx="3072576" cy="691309"/>
                </a:xfrm>
              </p:grpSpPr>
              <p:sp>
                <p:nvSpPr>
                  <p:cNvPr id="19" name="Rectángulo: esquinas redondeadas 18">
                    <a:extLst>
                      <a:ext uri="{FF2B5EF4-FFF2-40B4-BE49-F238E27FC236}">
                        <a16:creationId xmlns:a16="http://schemas.microsoft.com/office/drawing/2014/main" id="{AFFFB8DE-F47D-3C47-EF95-F1314A97FB8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985779" y="1536705"/>
                    <a:ext cx="3072576" cy="69130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Tipo usuario</a:t>
                    </a:r>
                    <a:endParaRPr lang="es-CO" dirty="0"/>
                  </a:p>
                </p:txBody>
              </p:sp>
              <p:pic>
                <p:nvPicPr>
                  <p:cNvPr id="28" name="Gráfico 27" descr="Badge Follow con relleno sólido">
                    <a:extLst>
                      <a:ext uri="{FF2B5EF4-FFF2-40B4-BE49-F238E27FC236}">
                        <a16:creationId xmlns:a16="http://schemas.microsoft.com/office/drawing/2014/main" id="{52F75D7C-3BD6-C1F6-7E33-4A8C5FF013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7"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571970" y="1661710"/>
                    <a:ext cx="457200" cy="457200"/>
                  </a:xfrm>
                  <a:prstGeom prst="rect">
                    <a:avLst/>
                  </a:prstGeom>
                </p:spPr>
              </p:pic>
              <p:pic>
                <p:nvPicPr>
                  <p:cNvPr id="14" name="Gráfico 13" descr="Spinning Plates con relleno sólido">
                    <a:extLst>
                      <a:ext uri="{FF2B5EF4-FFF2-40B4-BE49-F238E27FC236}">
                        <a16:creationId xmlns:a16="http://schemas.microsoft.com/office/drawing/2014/main" id="{76E31F11-9F74-A6F1-09EE-36B580156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96DAC541-7B7A-43D3-8B79-37D633B846F1}">
                        <asvg:svgBlip xmlns:asvg="http://schemas.microsoft.com/office/drawing/2016/SVG/main" r:embed="rId2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063273" y="1603786"/>
                    <a:ext cx="573048" cy="57304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9" name="Elipse 68">
                <a:extLst>
                  <a:ext uri="{FF2B5EF4-FFF2-40B4-BE49-F238E27FC236}">
                    <a16:creationId xmlns:a16="http://schemas.microsoft.com/office/drawing/2014/main" id="{2C0BAF33-496D-B5D9-C1ED-EAB6763616DE}"/>
                  </a:ext>
                </a:extLst>
              </p:cNvPr>
              <p:cNvSpPr/>
              <p:nvPr/>
            </p:nvSpPr>
            <p:spPr>
              <a:xfrm>
                <a:off x="2681979" y="188425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843E03A3-6153-85F9-AFFA-0B6931BBDC07}"/>
              </a:ext>
            </a:extLst>
          </p:cNvPr>
          <p:cNvGrpSpPr/>
          <p:nvPr/>
        </p:nvGrpSpPr>
        <p:grpSpPr>
          <a:xfrm>
            <a:off x="6922511" y="86506"/>
            <a:ext cx="4088403" cy="6904229"/>
            <a:chOff x="6395974" y="86506"/>
            <a:chExt cx="4088403" cy="6904229"/>
          </a:xfrm>
        </p:grpSpPr>
        <p:sp>
          <p:nvSpPr>
            <p:cNvPr id="76" name="Rectángulo: esquinas redondeadas 75">
              <a:extLst>
                <a:ext uri="{FF2B5EF4-FFF2-40B4-BE49-F238E27FC236}">
                  <a16:creationId xmlns:a16="http://schemas.microsoft.com/office/drawing/2014/main" id="{590FE544-8FA5-D27A-A076-9704DFB833AE}"/>
                </a:ext>
              </a:extLst>
            </p:cNvPr>
            <p:cNvSpPr/>
            <p:nvPr/>
          </p:nvSpPr>
          <p:spPr>
            <a:xfrm>
              <a:off x="6469714" y="86506"/>
              <a:ext cx="4014663" cy="690422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1562DBD8-C7DC-FC76-71EF-AB6A4D56F419}"/>
                </a:ext>
              </a:extLst>
            </p:cNvPr>
            <p:cNvGrpSpPr/>
            <p:nvPr/>
          </p:nvGrpSpPr>
          <p:grpSpPr>
            <a:xfrm>
              <a:off x="6395974" y="86506"/>
              <a:ext cx="4088403" cy="6700242"/>
              <a:chOff x="6383628" y="74099"/>
              <a:chExt cx="4088403" cy="6700242"/>
            </a:xfrm>
          </p:grpSpPr>
          <p:grpSp>
            <p:nvGrpSpPr>
              <p:cNvPr id="64" name="Grupo 63">
                <a:extLst>
                  <a:ext uri="{FF2B5EF4-FFF2-40B4-BE49-F238E27FC236}">
                    <a16:creationId xmlns:a16="http://schemas.microsoft.com/office/drawing/2014/main" id="{28A34E9E-3D68-2181-A6F5-C1BD9BEA792C}"/>
                  </a:ext>
                </a:extLst>
              </p:cNvPr>
              <p:cNvGrpSpPr/>
              <p:nvPr/>
            </p:nvGrpSpPr>
            <p:grpSpPr>
              <a:xfrm>
                <a:off x="6383628" y="74099"/>
                <a:ext cx="4088403" cy="6700242"/>
                <a:chOff x="6280069" y="74099"/>
                <a:chExt cx="4088403" cy="6700242"/>
              </a:xfrm>
            </p:grpSpPr>
            <p:grpSp>
              <p:nvGrpSpPr>
                <p:cNvPr id="57" name="Grupo 56">
                  <a:extLst>
                    <a:ext uri="{FF2B5EF4-FFF2-40B4-BE49-F238E27FC236}">
                      <a16:creationId xmlns:a16="http://schemas.microsoft.com/office/drawing/2014/main" id="{FB8D9AC9-DCBD-C4C6-BD8E-7EDEC3C71E69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280069" y="74099"/>
                  <a:ext cx="4088403" cy="6700242"/>
                  <a:chOff x="7268207" y="74099"/>
                  <a:chExt cx="4088403" cy="6700242"/>
                </a:xfrm>
              </p:grpSpPr>
              <p:grpSp>
                <p:nvGrpSpPr>
                  <p:cNvPr id="56" name="Grupo 55">
                    <a:extLst>
                      <a:ext uri="{FF2B5EF4-FFF2-40B4-BE49-F238E27FC236}">
                        <a16:creationId xmlns:a16="http://schemas.microsoft.com/office/drawing/2014/main" id="{7707FFD7-D867-7116-0457-BEEA758F3C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7268207" y="74099"/>
                    <a:ext cx="4088403" cy="6700242"/>
                    <a:chOff x="6963132" y="-98942"/>
                    <a:chExt cx="4088403" cy="6700242"/>
                  </a:xfrm>
                </p:grpSpPr>
                <p:grpSp>
                  <p:nvGrpSpPr>
                    <p:cNvPr id="54" name="Grupo 53">
                      <a:extLst>
                        <a:ext uri="{FF2B5EF4-FFF2-40B4-BE49-F238E27FC236}">
                          <a16:creationId xmlns:a16="http://schemas.microsoft.com/office/drawing/2014/main" id="{7D5B0457-508A-B507-EAEF-248B5AD35F0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6963132" y="-98942"/>
                      <a:ext cx="4088403" cy="6700242"/>
                      <a:chOff x="6895991" y="78879"/>
                      <a:chExt cx="4088403" cy="6700242"/>
                    </a:xfrm>
                  </p:grpSpPr>
                  <p:sp>
                    <p:nvSpPr>
                      <p:cNvPr id="5" name="Rectángulo: esquinas redondeadas 4">
                        <a:extLst>
                          <a:ext uri="{FF2B5EF4-FFF2-40B4-BE49-F238E27FC236}">
                            <a16:creationId xmlns:a16="http://schemas.microsoft.com/office/drawing/2014/main" id="{1D39F3E1-3BF5-1BC7-7902-8C7EC8EB83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6969731" y="78879"/>
                        <a:ext cx="4014663" cy="6700242"/>
                      </a:xfrm>
                      <a:prstGeom prst="roundRect">
                        <a:avLst/>
                      </a:prstGeom>
                      <a:blipFill dpi="0" rotWithShape="1"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a:blip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r"/>
                        <a:endParaRPr lang="es-CO" dirty="0"/>
                      </a:p>
                    </p:txBody>
                  </p:sp>
                  <p:sp>
                    <p:nvSpPr>
                      <p:cNvPr id="49" name="Rectángulo: esquinas redondeadas 48">
                        <a:extLst>
                          <a:ext uri="{FF2B5EF4-FFF2-40B4-BE49-F238E27FC236}">
                            <a16:creationId xmlns:a16="http://schemas.microsoft.com/office/drawing/2014/main" id="{14C99573-8799-5526-3F53-4757C409513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493123" y="929608"/>
                        <a:ext cx="1760718" cy="467528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    Serial</a:t>
                        </a:r>
                        <a:endParaRPr lang="es-CO" dirty="0">
                          <a:solidFill>
                            <a:schemeClr val="bg2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  <p:sp>
                    <p:nvSpPr>
                      <p:cNvPr id="50" name="Rectángulo: esquinas redondeadas 49">
                        <a:extLst>
                          <a:ext uri="{FF2B5EF4-FFF2-40B4-BE49-F238E27FC236}">
                            <a16:creationId xmlns:a16="http://schemas.microsoft.com/office/drawing/2014/main" id="{D1D98984-07B0-3A2E-C870-6D630D15B10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584832" y="1780573"/>
                        <a:ext cx="3072576" cy="388757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Tipo</a:t>
                        </a:r>
                        <a:endParaRPr lang="es-CO" dirty="0"/>
                      </a:p>
                    </p:txBody>
                  </p:sp>
                  <p:sp>
                    <p:nvSpPr>
                      <p:cNvPr id="51" name="Rectángulo: esquinas redondeadas 50">
                        <a:extLst>
                          <a:ext uri="{FF2B5EF4-FFF2-40B4-BE49-F238E27FC236}">
                            <a16:creationId xmlns:a16="http://schemas.microsoft.com/office/drawing/2014/main" id="{5B18A07C-AB42-624B-C0B9-74357476171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327581" y="959501"/>
                        <a:ext cx="1319768" cy="418792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Cantidad</a:t>
                        </a:r>
                        <a:endParaRPr lang="es-CO" dirty="0"/>
                      </a:p>
                    </p:txBody>
                  </p:sp>
                  <p:sp>
                    <p:nvSpPr>
                      <p:cNvPr id="52" name="Rectángulo: esquinas redondeadas 51">
                        <a:extLst>
                          <a:ext uri="{FF2B5EF4-FFF2-40B4-BE49-F238E27FC236}">
                            <a16:creationId xmlns:a16="http://schemas.microsoft.com/office/drawing/2014/main" id="{187385E8-6723-D992-F565-62CD0F9A200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7571118" y="2319063"/>
                        <a:ext cx="3150571" cy="418792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Nombre</a:t>
                        </a:r>
                      </a:p>
                    </p:txBody>
                  </p:sp>
                  <p:sp>
                    <p:nvSpPr>
                      <p:cNvPr id="53" name="Rectángulo 52">
                        <a:extLst>
                          <a:ext uri="{FF2B5EF4-FFF2-40B4-BE49-F238E27FC236}">
                            <a16:creationId xmlns:a16="http://schemas.microsoft.com/office/drawing/2014/main" id="{94EB5E99-EC25-6908-B30D-F35DAA7C215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6895991" y="394838"/>
                        <a:ext cx="4014664" cy="58477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91440" tIns="45720" rIns="91440" bIns="45720">
                        <a:spAutoFit/>
                      </a:bodyPr>
                      <a:lstStyle/>
                      <a:p>
                        <a:pPr algn="ctr"/>
                        <a:r>
                          <a:rPr lang="es-MX" sz="3200" dirty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a:t>Crea el producto</a:t>
                        </a:r>
                      </a:p>
                    </p:txBody>
                  </p:sp>
                </p:grpSp>
                <p:sp>
                  <p:nvSpPr>
                    <p:cNvPr id="55" name="Rectángulo: esquinas redondeadas 54">
                      <a:extLst>
                        <a:ext uri="{FF2B5EF4-FFF2-40B4-BE49-F238E27FC236}">
                          <a16:creationId xmlns:a16="http://schemas.microsoft.com/office/drawing/2014/main" id="{0D398C91-8E69-D963-CF95-614B5F31A5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617633" y="2863521"/>
                      <a:ext cx="3150571" cy="418792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Proveedor</a:t>
                      </a:r>
                    </a:p>
                  </p:txBody>
                </p:sp>
              </p:grpSp>
              <p:pic>
                <p:nvPicPr>
                  <p:cNvPr id="45" name="Gráfico 44" descr="Arrow: Horizontal U-turn con relleno sólido">
                    <a:extLst>
                      <a:ext uri="{FF2B5EF4-FFF2-40B4-BE49-F238E27FC236}">
                        <a16:creationId xmlns:a16="http://schemas.microsoft.com/office/drawing/2014/main" id="{F7DD16F6-D656-A39E-C7CC-9B1293BF1F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807985" y="5627282"/>
                    <a:ext cx="1062788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46" name="Gráfico 45" descr="Disk con relleno sólido">
                  <a:extLst>
                    <a:ext uri="{FF2B5EF4-FFF2-40B4-BE49-F238E27FC236}">
                      <a16:creationId xmlns:a16="http://schemas.microsoft.com/office/drawing/2014/main" id="{470BC7D1-A19C-BBA3-7025-799B098D88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03991" y="4296469"/>
                  <a:ext cx="610475" cy="610475"/>
                </a:xfrm>
                <a:prstGeom prst="rect">
                  <a:avLst/>
                </a:prstGeom>
              </p:spPr>
            </p:pic>
            <p:pic>
              <p:nvPicPr>
                <p:cNvPr id="59" name="Gráfico 58" descr="Badge Tick1 con relleno sólido">
                  <a:extLst>
                    <a:ext uri="{FF2B5EF4-FFF2-40B4-BE49-F238E27FC236}">
                      <a16:creationId xmlns:a16="http://schemas.microsoft.com/office/drawing/2014/main" id="{A6307C72-1694-1441-CA94-C35DC35503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1241" y="4336854"/>
                  <a:ext cx="612000" cy="612000"/>
                </a:xfrm>
                <a:prstGeom prst="rect">
                  <a:avLst/>
                </a:prstGeom>
              </p:spPr>
            </p:pic>
            <p:pic>
              <p:nvPicPr>
                <p:cNvPr id="61" name="Gráfico 60" descr="Bug under magnifying glass con relleno sólido">
                  <a:extLst>
                    <a:ext uri="{FF2B5EF4-FFF2-40B4-BE49-F238E27FC236}">
                      <a16:creationId xmlns:a16="http://schemas.microsoft.com/office/drawing/2014/main" id="{3E0A31C9-C647-535C-65A0-B3D0FE5A3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554151" y="4336854"/>
                  <a:ext cx="612000" cy="612000"/>
                </a:xfrm>
                <a:prstGeom prst="rect">
                  <a:avLst/>
                </a:prstGeom>
              </p:spPr>
            </p:pic>
            <p:pic>
              <p:nvPicPr>
                <p:cNvPr id="63" name="Gráfico 62" descr="Clipboard con relleno sólido">
                  <a:extLst>
                    <a:ext uri="{FF2B5EF4-FFF2-40B4-BE49-F238E27FC236}">
                      <a16:creationId xmlns:a16="http://schemas.microsoft.com/office/drawing/2014/main" id="{B1FE1C15-F99B-F78D-DDCF-F2FC1568E7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32311" y="4281721"/>
                  <a:ext cx="612000" cy="612000"/>
                </a:xfrm>
                <a:prstGeom prst="rect">
                  <a:avLst/>
                </a:prstGeom>
              </p:spPr>
            </p:pic>
          </p:grp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id="{1103E5D8-6ED8-6B8D-5E8A-8DC111545E40}"/>
                  </a:ext>
                </a:extLst>
              </p:cNvPr>
              <p:cNvSpPr/>
              <p:nvPr/>
            </p:nvSpPr>
            <p:spPr>
              <a:xfrm>
                <a:off x="8316345" y="154442"/>
                <a:ext cx="294967" cy="3011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013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0AC7-BE24-B697-9776-F0D6C5D7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1A623A07-0380-C898-7DDC-031E55FC43A0}"/>
              </a:ext>
            </a:extLst>
          </p:cNvPr>
          <p:cNvGrpSpPr/>
          <p:nvPr/>
        </p:nvGrpSpPr>
        <p:grpSpPr>
          <a:xfrm>
            <a:off x="4088668" y="135304"/>
            <a:ext cx="4014663" cy="6970850"/>
            <a:chOff x="659212" y="143882"/>
            <a:chExt cx="4014663" cy="6970850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F4DF4C49-9445-685B-5C09-2D1E3F5C2320}"/>
                </a:ext>
              </a:extLst>
            </p:cNvPr>
            <p:cNvGrpSpPr/>
            <p:nvPr/>
          </p:nvGrpSpPr>
          <p:grpSpPr>
            <a:xfrm>
              <a:off x="659212" y="143882"/>
              <a:ext cx="4014663" cy="6970850"/>
              <a:chOff x="659212" y="143882"/>
              <a:chExt cx="4014663" cy="6970850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88D5CD26-3275-FB68-C982-0D6BC6825639}"/>
                  </a:ext>
                </a:extLst>
              </p:cNvPr>
              <p:cNvGrpSpPr/>
              <p:nvPr/>
            </p:nvGrpSpPr>
            <p:grpSpPr>
              <a:xfrm>
                <a:off x="659212" y="143882"/>
                <a:ext cx="4014663" cy="6970850"/>
                <a:chOff x="510127" y="143880"/>
                <a:chExt cx="4014663" cy="6970850"/>
              </a:xfrm>
            </p:grpSpPr>
            <p:grpSp>
              <p:nvGrpSpPr>
                <p:cNvPr id="25" name="Grupo 24">
                  <a:extLst>
                    <a:ext uri="{FF2B5EF4-FFF2-40B4-BE49-F238E27FC236}">
                      <a16:creationId xmlns:a16="http://schemas.microsoft.com/office/drawing/2014/main" id="{C4976256-3B8A-0D99-D28C-C4BDC5D96990}"/>
                    </a:ext>
                  </a:extLst>
                </p:cNvPr>
                <p:cNvGrpSpPr/>
                <p:nvPr/>
              </p:nvGrpSpPr>
              <p:grpSpPr>
                <a:xfrm>
                  <a:off x="510127" y="143880"/>
                  <a:ext cx="4014663" cy="6970850"/>
                  <a:chOff x="510127" y="143880"/>
                  <a:chExt cx="4014663" cy="6970850"/>
                </a:xfrm>
              </p:grpSpPr>
              <p:grpSp>
                <p:nvGrpSpPr>
                  <p:cNvPr id="23" name="Grupo 22">
                    <a:extLst>
                      <a:ext uri="{FF2B5EF4-FFF2-40B4-BE49-F238E27FC236}">
                        <a16:creationId xmlns:a16="http://schemas.microsoft.com/office/drawing/2014/main" id="{8842122F-7097-76C6-C4FE-FA4A4781649D}"/>
                      </a:ext>
                    </a:extLst>
                  </p:cNvPr>
                  <p:cNvGrpSpPr/>
                  <p:nvPr/>
                </p:nvGrpSpPr>
                <p:grpSpPr>
                  <a:xfrm>
                    <a:off x="510127" y="143880"/>
                    <a:ext cx="4014663" cy="6970850"/>
                    <a:chOff x="510127" y="143880"/>
                    <a:chExt cx="4014663" cy="6970850"/>
                  </a:xfrm>
                </p:grpSpPr>
                <p:grpSp>
                  <p:nvGrpSpPr>
                    <p:cNvPr id="22" name="Grupo 21">
                      <a:extLst>
                        <a:ext uri="{FF2B5EF4-FFF2-40B4-BE49-F238E27FC236}">
                          <a16:creationId xmlns:a16="http://schemas.microsoft.com/office/drawing/2014/main" id="{56E68312-D1C0-40E7-265A-199ADBF001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0127" y="143880"/>
                      <a:ext cx="4014663" cy="6970850"/>
                      <a:chOff x="492834" y="158629"/>
                      <a:chExt cx="4014663" cy="6970850"/>
                    </a:xfrm>
                  </p:grpSpPr>
                  <p:grpSp>
                    <p:nvGrpSpPr>
                      <p:cNvPr id="12" name="Grupo 11">
                        <a:extLst>
                          <a:ext uri="{FF2B5EF4-FFF2-40B4-BE49-F238E27FC236}">
                            <a16:creationId xmlns:a16="http://schemas.microsoft.com/office/drawing/2014/main" id="{9E1FBDE6-BC6A-6275-C4C6-19607F1B8E4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92834" y="158629"/>
                        <a:ext cx="4014663" cy="6970850"/>
                        <a:chOff x="616330" y="64133"/>
                        <a:chExt cx="4014663" cy="6970850"/>
                      </a:xfrm>
                    </p:grpSpPr>
                    <p:grpSp>
                      <p:nvGrpSpPr>
                        <p:cNvPr id="10" name="Grupo 9">
                          <a:extLst>
                            <a:ext uri="{FF2B5EF4-FFF2-40B4-BE49-F238E27FC236}">
                              <a16:creationId xmlns:a16="http://schemas.microsoft.com/office/drawing/2014/main" id="{F52E9A77-4566-C11F-3037-FB5E01FE4C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16330" y="64133"/>
                          <a:ext cx="4014663" cy="6970850"/>
                          <a:chOff x="631078" y="78879"/>
                          <a:chExt cx="4014663" cy="6970850"/>
                        </a:xfrm>
                      </p:grpSpPr>
                      <p:sp>
                        <p:nvSpPr>
                          <p:cNvPr id="6" name="Rectángulo: esquinas redondeadas 5">
                            <a:extLst>
                              <a:ext uri="{FF2B5EF4-FFF2-40B4-BE49-F238E27FC236}">
                                <a16:creationId xmlns:a16="http://schemas.microsoft.com/office/drawing/2014/main" id="{B6496D9D-BBFF-EB05-F9C0-39CD10E111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1078" y="78880"/>
                            <a:ext cx="4014663" cy="6970849"/>
                          </a:xfrm>
                          <a:prstGeom prst="roundRect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  <p:sp>
                        <p:nvSpPr>
                          <p:cNvPr id="4" name="Rectángulo: esquinas redondeadas 3">
                            <a:extLst>
                              <a:ext uri="{FF2B5EF4-FFF2-40B4-BE49-F238E27FC236}">
                                <a16:creationId xmlns:a16="http://schemas.microsoft.com/office/drawing/2014/main" id="{DF4962B9-AC01-E8BA-FB3B-7877B4E4B2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1078" y="78879"/>
                            <a:ext cx="4014663" cy="6700242"/>
                          </a:xfrm>
                          <a:prstGeom prst="roundRect">
                            <a:avLst/>
                          </a:prstGeom>
                          <a:blipFill dpi="0" rotWithShape="1"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a:blip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r"/>
                            <a:endParaRPr lang="es-CO" dirty="0"/>
                          </a:p>
                        </p:txBody>
                      </p:sp>
                      <p:sp>
                        <p:nvSpPr>
                          <p:cNvPr id="2" name="Elipse 1">
                            <a:extLst>
                              <a:ext uri="{FF2B5EF4-FFF2-40B4-BE49-F238E27FC236}">
                                <a16:creationId xmlns:a16="http://schemas.microsoft.com/office/drawing/2014/main" id="{CB098374-E691-7DBB-7C57-A6C45792E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343442" y="323125"/>
                            <a:ext cx="294967" cy="301139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</p:grpSp>
                    <p:sp>
                      <p:nvSpPr>
                        <p:cNvPr id="11" name="Rectángulo 10">
                          <a:extLst>
                            <a:ext uri="{FF2B5EF4-FFF2-40B4-BE49-F238E27FC236}">
                              <a16:creationId xmlns:a16="http://schemas.microsoft.com/office/drawing/2014/main" id="{AE80ED8A-F872-5395-252A-2A7EC7BB4C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0344" y="853763"/>
                          <a:ext cx="3386633" cy="64633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91440" tIns="45720" rIns="91440" bIns="45720">
                          <a:spAutoFit/>
                        </a:bodyPr>
                        <a:lstStyle/>
                        <a:p>
                          <a:pPr algn="ctr"/>
                          <a:r>
                            <a:rPr lang="es-MX" sz="3600" b="0" cap="none" spc="0" dirty="0">
                              <a:ln w="0"/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effectLst>
                                <a:outerShdw blurRad="38100" dist="19050" dir="2700000" algn="tl" rotWithShape="0">
                                  <a:schemeClr val="dk1">
                                    <a:alpha val="40000"/>
                                  </a:schemeClr>
                                </a:outerShdw>
                              </a:effectLst>
                            </a:rPr>
                            <a:t>Consultar Stock</a:t>
                          </a:r>
                        </a:p>
                      </p:txBody>
                    </p:sp>
                  </p:grpSp>
                  <p:sp>
                    <p:nvSpPr>
                      <p:cNvPr id="19" name="Rectángulo: esquinas redondeadas 18">
                        <a:extLst>
                          <a:ext uri="{FF2B5EF4-FFF2-40B4-BE49-F238E27FC236}">
                            <a16:creationId xmlns:a16="http://schemas.microsoft.com/office/drawing/2014/main" id="{308485B9-120C-6D31-FD70-274E38E87D1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941122" y="2081066"/>
                        <a:ext cx="3029596" cy="661531"/>
                      </a:xfrm>
                      <a:prstGeom prst="roundRect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s-MX" dirty="0">
                            <a:solidFill>
                              <a:schemeClr val="bg2">
                                <a:lumMod val="75000"/>
                              </a:schemeClr>
                            </a:solidFill>
                          </a:rPr>
                          <a:t>    Código</a:t>
                        </a:r>
                        <a:endParaRPr lang="es-CO" dirty="0">
                          <a:solidFill>
                            <a:schemeClr val="bg2">
                              <a:lumMod val="75000"/>
                            </a:schemeClr>
                          </a:solidFill>
                        </a:endParaRPr>
                      </a:p>
                    </p:txBody>
                  </p:sp>
                </p:grpSp>
                <p:pic>
                  <p:nvPicPr>
                    <p:cNvPr id="18" name="Gráfico 17" descr="Cmd Terminal con relleno sólido">
                      <a:extLst>
                        <a:ext uri="{FF2B5EF4-FFF2-40B4-BE49-F238E27FC236}">
                          <a16:creationId xmlns:a16="http://schemas.microsoft.com/office/drawing/2014/main" id="{4AAE24B0-22F3-B2C2-F0AE-D7C4FC984A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1006251" y="2069416"/>
                      <a:ext cx="645568" cy="645568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4" name="Grupo 23">
                    <a:extLst>
                      <a:ext uri="{FF2B5EF4-FFF2-40B4-BE49-F238E27FC236}">
                        <a16:creationId xmlns:a16="http://schemas.microsoft.com/office/drawing/2014/main" id="{63F0F5A9-4398-BF9C-A5C1-C86AC83ECBF3}"/>
                      </a:ext>
                    </a:extLst>
                  </p:cNvPr>
                  <p:cNvGrpSpPr/>
                  <p:nvPr/>
                </p:nvGrpSpPr>
                <p:grpSpPr>
                  <a:xfrm>
                    <a:off x="958415" y="2990639"/>
                    <a:ext cx="3029596" cy="661532"/>
                    <a:chOff x="4786823" y="5643778"/>
                    <a:chExt cx="3029596" cy="661532"/>
                  </a:xfrm>
                </p:grpSpPr>
                <p:sp>
                  <p:nvSpPr>
                    <p:cNvPr id="20" name="Rectángulo: esquinas redondeadas 19">
                      <a:extLst>
                        <a:ext uri="{FF2B5EF4-FFF2-40B4-BE49-F238E27FC236}">
                          <a16:creationId xmlns:a16="http://schemas.microsoft.com/office/drawing/2014/main" id="{AB7E88B4-C04D-7F56-BD88-61B18596654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4786823" y="5643779"/>
                      <a:ext cx="3029596" cy="661531"/>
                    </a:xfrm>
                    <a:prstGeom prst="round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s-MX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   Nombre</a:t>
                      </a:r>
                      <a:endParaRPr lang="es-CO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p:txBody>
                </p:sp>
                <p:pic>
                  <p:nvPicPr>
                    <p:cNvPr id="14" name="Gráfico 13" descr="Calligraphy Pen con relleno sólido">
                      <a:extLst>
                        <a:ext uri="{FF2B5EF4-FFF2-40B4-BE49-F238E27FC236}">
                          <a16:creationId xmlns:a16="http://schemas.microsoft.com/office/drawing/2014/main" id="{213BCBCF-0C48-28FE-B500-B39A728A90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786823" y="5643778"/>
                      <a:ext cx="630834" cy="630834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6" name="Grupo 25">
                  <a:extLst>
                    <a:ext uri="{FF2B5EF4-FFF2-40B4-BE49-F238E27FC236}">
                      <a16:creationId xmlns:a16="http://schemas.microsoft.com/office/drawing/2014/main" id="{718AA95A-9DA5-5303-38A7-9939061E5377}"/>
                    </a:ext>
                  </a:extLst>
                </p:cNvPr>
                <p:cNvGrpSpPr/>
                <p:nvPr/>
              </p:nvGrpSpPr>
              <p:grpSpPr>
                <a:xfrm>
                  <a:off x="958415" y="3914963"/>
                  <a:ext cx="3029596" cy="661531"/>
                  <a:chOff x="5108296" y="5847364"/>
                  <a:chExt cx="3029596" cy="661531"/>
                </a:xfrm>
              </p:grpSpPr>
              <p:sp>
                <p:nvSpPr>
                  <p:cNvPr id="21" name="Rectángulo: esquinas redondeadas 20">
                    <a:extLst>
                      <a:ext uri="{FF2B5EF4-FFF2-40B4-BE49-F238E27FC236}">
                        <a16:creationId xmlns:a16="http://schemas.microsoft.com/office/drawing/2014/main" id="{0CCC3EB9-3F19-BC1A-146F-E0DED4EFCA4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108296" y="5847364"/>
                    <a:ext cx="3029596" cy="661531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s-MX" dirty="0">
                        <a:solidFill>
                          <a:schemeClr val="bg2">
                            <a:lumMod val="75000"/>
                          </a:schemeClr>
                        </a:solidFill>
                      </a:rPr>
                      <a:t>    Existencias</a:t>
                    </a:r>
                    <a:endParaRPr lang="es-CO" dirty="0">
                      <a:solidFill>
                        <a:schemeClr val="bg2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16" name="Gráfico 15" descr="Clipboard Checked con relleno sólido">
                    <a:extLst>
                      <a:ext uri="{FF2B5EF4-FFF2-40B4-BE49-F238E27FC236}">
                        <a16:creationId xmlns:a16="http://schemas.microsoft.com/office/drawing/2014/main" id="{CAD28153-BC33-5A6A-6AED-11CBDDAC1D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108296" y="5847364"/>
                    <a:ext cx="661531" cy="661531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28" name="Gráfico 27" descr="Arrow: Horizontal U-turn con relleno sólido">
                <a:extLst>
                  <a:ext uri="{FF2B5EF4-FFF2-40B4-BE49-F238E27FC236}">
                    <a16:creationId xmlns:a16="http://schemas.microsoft.com/office/drawing/2014/main" id="{0ECF4AA8-591C-ECFE-0970-7E6C9D36DE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75587" y="6074153"/>
                <a:ext cx="743818" cy="639965"/>
              </a:xfrm>
              <a:prstGeom prst="rect">
                <a:avLst/>
              </a:prstGeom>
            </p:spPr>
          </p:pic>
        </p:grpSp>
        <p:pic>
          <p:nvPicPr>
            <p:cNvPr id="13" name="Gráfico 12" descr="Bug under magnifying glass con relleno sólido">
              <a:extLst>
                <a:ext uri="{FF2B5EF4-FFF2-40B4-BE49-F238E27FC236}">
                  <a16:creationId xmlns:a16="http://schemas.microsoft.com/office/drawing/2014/main" id="{A0E9BF23-E893-466C-95A3-E8DF68B47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09014" y="5269465"/>
              <a:ext cx="1310045" cy="1310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566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EACA-4E80-46E5-1BBC-C8BD4EE6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A258FC8E-8719-39D9-C193-7FAD4CC07D73}"/>
              </a:ext>
            </a:extLst>
          </p:cNvPr>
          <p:cNvGrpSpPr/>
          <p:nvPr/>
        </p:nvGrpSpPr>
        <p:grpSpPr>
          <a:xfrm>
            <a:off x="132735" y="50969"/>
            <a:ext cx="12192000" cy="6098458"/>
            <a:chOff x="132735" y="50969"/>
            <a:chExt cx="12192000" cy="6098458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0747D1DD-7A02-038E-1EE0-73E34EEC1752}"/>
                </a:ext>
              </a:extLst>
            </p:cNvPr>
            <p:cNvGrpSpPr/>
            <p:nvPr/>
          </p:nvGrpSpPr>
          <p:grpSpPr>
            <a:xfrm>
              <a:off x="132735" y="50969"/>
              <a:ext cx="12192000" cy="6098458"/>
              <a:chOff x="117987" y="162227"/>
              <a:chExt cx="12192000" cy="6098458"/>
            </a:xfrm>
          </p:grpSpPr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CE1EC709-FCE5-BCB0-C8B3-7A8B991C3B8D}"/>
                  </a:ext>
                </a:extLst>
              </p:cNvPr>
              <p:cNvGrpSpPr/>
              <p:nvPr/>
            </p:nvGrpSpPr>
            <p:grpSpPr>
              <a:xfrm>
                <a:off x="117987" y="162227"/>
                <a:ext cx="12192000" cy="6098458"/>
                <a:chOff x="117987" y="162227"/>
                <a:chExt cx="12192000" cy="6098458"/>
              </a:xfrm>
            </p:grpSpPr>
            <p:grpSp>
              <p:nvGrpSpPr>
                <p:cNvPr id="35" name="Grupo 34">
                  <a:extLst>
                    <a:ext uri="{FF2B5EF4-FFF2-40B4-BE49-F238E27FC236}">
                      <a16:creationId xmlns:a16="http://schemas.microsoft.com/office/drawing/2014/main" id="{884A7C64-9B51-0DEC-1E3B-75F683D610DA}"/>
                    </a:ext>
                  </a:extLst>
                </p:cNvPr>
                <p:cNvGrpSpPr/>
                <p:nvPr/>
              </p:nvGrpSpPr>
              <p:grpSpPr>
                <a:xfrm>
                  <a:off x="117987" y="162227"/>
                  <a:ext cx="12192000" cy="6098458"/>
                  <a:chOff x="250723" y="191724"/>
                  <a:chExt cx="12192000" cy="6098458"/>
                </a:xfrm>
              </p:grpSpPr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34AE27C6-76B8-513B-D570-9B8EC43D1B72}"/>
                      </a:ext>
                    </a:extLst>
                  </p:cNvPr>
                  <p:cNvGrpSpPr/>
                  <p:nvPr/>
                </p:nvGrpSpPr>
                <p:grpSpPr>
                  <a:xfrm>
                    <a:off x="250723" y="191724"/>
                    <a:ext cx="12192000" cy="6098458"/>
                    <a:chOff x="73743" y="206472"/>
                    <a:chExt cx="12192000" cy="6098458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546D79B9-DDFD-FE17-11DF-6873267901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3743" y="206472"/>
                      <a:ext cx="12192000" cy="6098458"/>
                      <a:chOff x="5117589" y="1421667"/>
                      <a:chExt cx="6946593" cy="4014664"/>
                    </a:xfrm>
                  </p:grpSpPr>
                  <p:grpSp>
                    <p:nvGrpSpPr>
                      <p:cNvPr id="9" name="Grupo 8">
                        <a:extLst>
                          <a:ext uri="{FF2B5EF4-FFF2-40B4-BE49-F238E27FC236}">
                            <a16:creationId xmlns:a16="http://schemas.microsoft.com/office/drawing/2014/main" id="{456305B6-332D-BB89-9328-0AD8EE628D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17589" y="1421667"/>
                        <a:ext cx="6946593" cy="4014664"/>
                        <a:chOff x="5117589" y="1421667"/>
                        <a:chExt cx="6946593" cy="4014664"/>
                      </a:xfrm>
                    </p:grpSpPr>
                    <p:grpSp>
                      <p:nvGrpSpPr>
                        <p:cNvPr id="8" name="Grupo 7">
                          <a:extLst>
                            <a:ext uri="{FF2B5EF4-FFF2-40B4-BE49-F238E27FC236}">
                              <a16:creationId xmlns:a16="http://schemas.microsoft.com/office/drawing/2014/main" id="{00C89AB9-7519-499A-05C4-5BBFAD006A6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117589" y="1421667"/>
                          <a:ext cx="6946593" cy="4014664"/>
                          <a:chOff x="5117589" y="1421667"/>
                          <a:chExt cx="6946593" cy="4014664"/>
                        </a:xfrm>
                      </p:grpSpPr>
                      <p:sp>
                        <p:nvSpPr>
                          <p:cNvPr id="7" name="Rectángulo: esquinas redondeadas 6">
                            <a:extLst>
                              <a:ext uri="{FF2B5EF4-FFF2-40B4-BE49-F238E27FC236}">
                                <a16:creationId xmlns:a16="http://schemas.microsoft.com/office/drawing/2014/main" id="{0F957C64-E7C2-4302-027D-91CE0852B96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17590" y="1421667"/>
                            <a:ext cx="6946592" cy="4014663"/>
                          </a:xfrm>
                          <a:prstGeom prst="roundRect">
                            <a:avLst/>
                          </a:prstGeom>
                          <a:solidFill>
                            <a:schemeClr val="tx1"/>
                          </a:solid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CO"/>
                          </a:p>
                        </p:txBody>
                      </p:sp>
                      <p:sp>
                        <p:nvSpPr>
                          <p:cNvPr id="5" name="Rectángulo: esquinas redondeadas 4">
                            <a:extLst>
                              <a:ext uri="{FF2B5EF4-FFF2-40B4-BE49-F238E27FC236}">
                                <a16:creationId xmlns:a16="http://schemas.microsoft.com/office/drawing/2014/main" id="{28F54B57-9867-4288-44BF-EC9E4C7A39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17589" y="1421668"/>
                            <a:ext cx="6663371" cy="4014663"/>
                          </a:xfrm>
                          <a:prstGeom prst="roundRect">
                            <a:avLst/>
                          </a:prstGeom>
                          <a:blipFill dpi="0" rotWithShape="1"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a:blipFill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r"/>
                            <a:endParaRPr lang="es-CO" dirty="0"/>
                          </a:p>
                        </p:txBody>
                      </p:sp>
                    </p:grpSp>
                    <p:sp>
                      <p:nvSpPr>
                        <p:cNvPr id="3" name="Elipse 2">
                          <a:extLst>
                            <a:ext uri="{FF2B5EF4-FFF2-40B4-BE49-F238E27FC236}">
                              <a16:creationId xmlns:a16="http://schemas.microsoft.com/office/drawing/2014/main" id="{46C06698-736F-4103-E8F4-FDC2368B9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70529" y="3127860"/>
                          <a:ext cx="294967" cy="301139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CO"/>
                        </a:p>
                      </p:txBody>
                    </p:sp>
                  </p:grpSp>
                  <p:pic>
                    <p:nvPicPr>
                      <p:cNvPr id="29" name="Gráfico 28" descr="Arrow: Horizontal U-turn con relleno sólido">
                        <a:extLst>
                          <a:ext uri="{FF2B5EF4-FFF2-40B4-BE49-F238E27FC236}">
                            <a16:creationId xmlns:a16="http://schemas.microsoft.com/office/drawing/2014/main" id="{06530DFD-103B-B0A3-F972-C74EED52F7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7894798" y="4873582"/>
                        <a:ext cx="654071" cy="56274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7" name="Rectángulo 16">
                      <a:extLst>
                        <a:ext uri="{FF2B5EF4-FFF2-40B4-BE49-F238E27FC236}">
                          <a16:creationId xmlns:a16="http://schemas.microsoft.com/office/drawing/2014/main" id="{125E6866-4700-599F-6D9B-F7EE1F68C8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69744" y="431383"/>
                      <a:ext cx="4970206" cy="564863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CO" dirty="0"/>
                    </a:p>
                  </p:txBody>
                </p:sp>
              </p:grpSp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8B16BDEA-1A21-797A-A615-3B02B80D9B5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1291393" y="416635"/>
                    <a:ext cx="4014664" cy="584775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es-MX" sz="3200" dirty="0">
                        <a:ln w="0"/>
                        <a:solidFill>
                          <a:schemeClr val="bg2">
                            <a:lumMod val="75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a:t>Hola zutanito</a:t>
                    </a:r>
                  </a:p>
                </p:txBody>
              </p:sp>
              <p:sp>
                <p:nvSpPr>
                  <p:cNvPr id="34" name="CuadroTexto 33">
                    <a:extLst>
                      <a:ext uri="{FF2B5EF4-FFF2-40B4-BE49-F238E27FC236}">
                        <a16:creationId xmlns:a16="http://schemas.microsoft.com/office/drawing/2014/main" id="{6D94BC10-A25D-DE1C-5024-D89B9B7A55AB}"/>
                      </a:ext>
                    </a:extLst>
                  </p:cNvPr>
                  <p:cNvSpPr txBox="1"/>
                  <p:nvPr/>
                </p:nvSpPr>
                <p:spPr>
                  <a:xfrm>
                    <a:off x="6813755" y="796413"/>
                    <a:ext cx="421803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MX" dirty="0"/>
                      <a:t>LISTADO DE VENTA</a:t>
                    </a:r>
                    <a:endParaRPr lang="es-CO" dirty="0"/>
                  </a:p>
                </p:txBody>
              </p:sp>
            </p:grpSp>
            <p:grpSp>
              <p:nvGrpSpPr>
                <p:cNvPr id="46" name="Grupo 45">
                  <a:extLst>
                    <a:ext uri="{FF2B5EF4-FFF2-40B4-BE49-F238E27FC236}">
                      <a16:creationId xmlns:a16="http://schemas.microsoft.com/office/drawing/2014/main" id="{672EC86E-E453-B721-715F-33CF0D2B757E}"/>
                    </a:ext>
                  </a:extLst>
                </p:cNvPr>
                <p:cNvGrpSpPr/>
                <p:nvPr/>
              </p:nvGrpSpPr>
              <p:grpSpPr>
                <a:xfrm>
                  <a:off x="1007806" y="1192033"/>
                  <a:ext cx="4553196" cy="2236967"/>
                  <a:chOff x="1007806" y="1192033"/>
                  <a:chExt cx="4553196" cy="2236967"/>
                </a:xfrm>
              </p:grpSpPr>
              <p:sp>
                <p:nvSpPr>
                  <p:cNvPr id="37" name="Rectángulo: esquinas redondeadas 36">
                    <a:extLst>
                      <a:ext uri="{FF2B5EF4-FFF2-40B4-BE49-F238E27FC236}">
                        <a16:creationId xmlns:a16="http://schemas.microsoft.com/office/drawing/2014/main" id="{85607FAA-743E-80BC-5275-53CF080B57EB}"/>
                      </a:ext>
                    </a:extLst>
                  </p:cNvPr>
                  <p:cNvSpPr/>
                  <p:nvPr/>
                </p:nvSpPr>
                <p:spPr>
                  <a:xfrm>
                    <a:off x="1007806" y="1192034"/>
                    <a:ext cx="2695816" cy="45731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39" name="Rectángulo: esquinas redondeadas 38">
                    <a:extLst>
                      <a:ext uri="{FF2B5EF4-FFF2-40B4-BE49-F238E27FC236}">
                        <a16:creationId xmlns:a16="http://schemas.microsoft.com/office/drawing/2014/main" id="{C33CD089-8DC9-4A0F-64D2-46BA1B45B573}"/>
                      </a:ext>
                    </a:extLst>
                  </p:cNvPr>
                  <p:cNvSpPr/>
                  <p:nvPr/>
                </p:nvSpPr>
                <p:spPr>
                  <a:xfrm>
                    <a:off x="1007806" y="2971681"/>
                    <a:ext cx="2695816" cy="45731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Rectángulo: esquinas redondeadas 40">
                    <a:extLst>
                      <a:ext uri="{FF2B5EF4-FFF2-40B4-BE49-F238E27FC236}">
                        <a16:creationId xmlns:a16="http://schemas.microsoft.com/office/drawing/2014/main" id="{ACB6CA0F-D229-3BC2-83C8-1C30DF99278F}"/>
                      </a:ext>
                    </a:extLst>
                  </p:cNvPr>
                  <p:cNvSpPr/>
                  <p:nvPr/>
                </p:nvSpPr>
                <p:spPr>
                  <a:xfrm>
                    <a:off x="1007806" y="2023530"/>
                    <a:ext cx="4553196" cy="45731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3" name="Rectángulo: esquinas redondeadas 42">
                    <a:extLst>
                      <a:ext uri="{FF2B5EF4-FFF2-40B4-BE49-F238E27FC236}">
                        <a16:creationId xmlns:a16="http://schemas.microsoft.com/office/drawing/2014/main" id="{EA4F1923-66E6-3AE3-2716-7122C0914E13}"/>
                      </a:ext>
                    </a:extLst>
                  </p:cNvPr>
                  <p:cNvSpPr/>
                  <p:nvPr/>
                </p:nvSpPr>
                <p:spPr>
                  <a:xfrm>
                    <a:off x="3996113" y="1192033"/>
                    <a:ext cx="1564889" cy="457319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</p:grpSp>
          </p:grpSp>
          <p:pic>
            <p:nvPicPr>
              <p:cNvPr id="47" name="Gráfico 46" descr="Bug under magnifying glass con relleno sólido">
                <a:extLst>
                  <a:ext uri="{FF2B5EF4-FFF2-40B4-BE49-F238E27FC236}">
                    <a16:creationId xmlns:a16="http://schemas.microsoft.com/office/drawing/2014/main" id="{7907BE7C-93FD-D6D0-1B0C-EE279EF93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07806" y="4386995"/>
                <a:ext cx="1018849" cy="1018849"/>
              </a:xfrm>
              <a:prstGeom prst="rect">
                <a:avLst/>
              </a:prstGeom>
            </p:spPr>
          </p:pic>
          <p:pic>
            <p:nvPicPr>
              <p:cNvPr id="48" name="Gráfico 47" descr="Badge Tick1 con relleno sólido">
                <a:extLst>
                  <a:ext uri="{FF2B5EF4-FFF2-40B4-BE49-F238E27FC236}">
                    <a16:creationId xmlns:a16="http://schemas.microsoft.com/office/drawing/2014/main" id="{09F24BE0-6A1B-1FAD-AD0E-A715E69499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389241" y="4415832"/>
                <a:ext cx="1018800" cy="1018800"/>
              </a:xfrm>
              <a:prstGeom prst="rect">
                <a:avLst/>
              </a:prstGeom>
            </p:spPr>
          </p:pic>
          <p:pic>
            <p:nvPicPr>
              <p:cNvPr id="50" name="Gráfico 49" descr="Dollar con relleno sólido">
                <a:extLst>
                  <a:ext uri="{FF2B5EF4-FFF2-40B4-BE49-F238E27FC236}">
                    <a16:creationId xmlns:a16="http://schemas.microsoft.com/office/drawing/2014/main" id="{6C17F787-EFAE-8627-0324-E2A777C7D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703622" y="4415832"/>
                <a:ext cx="1018800" cy="1018800"/>
              </a:xfrm>
              <a:prstGeom prst="rect">
                <a:avLst/>
              </a:prstGeom>
            </p:spPr>
          </p:pic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565683B5-8078-78F2-67A2-718C3C5B55A8}"/>
                </a:ext>
              </a:extLst>
            </p:cNvPr>
            <p:cNvSpPr txBox="1"/>
            <p:nvPr/>
          </p:nvSpPr>
          <p:spPr>
            <a:xfrm>
              <a:off x="6551969" y="1404768"/>
              <a:ext cx="1209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TIPO</a:t>
              </a:r>
              <a:endParaRPr lang="es-CO" dirty="0"/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776043FF-D552-F15A-0A44-F97B9216FC9C}"/>
                </a:ext>
              </a:extLst>
            </p:cNvPr>
            <p:cNvSpPr txBox="1"/>
            <p:nvPr/>
          </p:nvSpPr>
          <p:spPr>
            <a:xfrm>
              <a:off x="7751201" y="1404768"/>
              <a:ext cx="13374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CANTIDAD</a:t>
              </a:r>
              <a:endParaRPr lang="es-CO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1A828F0-0B5D-EB49-0095-AE6F3CA6974A}"/>
                </a:ext>
              </a:extLst>
            </p:cNvPr>
            <p:cNvSpPr txBox="1"/>
            <p:nvPr/>
          </p:nvSpPr>
          <p:spPr>
            <a:xfrm>
              <a:off x="9319846" y="1404768"/>
              <a:ext cx="1619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VALOR TOTAL</a:t>
              </a:r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560034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56</Words>
  <Application>Microsoft Office PowerPoint</Application>
  <PresentationFormat>Panorámica</PresentationFormat>
  <Paragraphs>30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Gonzalez Muñoz David Felipe</dc:creator>
  <cp:lastModifiedBy>Gonzalez Muñoz David Felipe</cp:lastModifiedBy>
  <cp:revision>115</cp:revision>
  <dcterms:created xsi:type="dcterms:W3CDTF">2026-01-18T18:10:29Z</dcterms:created>
  <dcterms:modified xsi:type="dcterms:W3CDTF">2026-01-22T00:55:35Z</dcterms:modified>
</cp:coreProperties>
</file>